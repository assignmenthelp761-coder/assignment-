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365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51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5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1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8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3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9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0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3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4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BFB2B-3D5A-46D5-8FA9-315BE9D11CD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F7797-AEE2-479B-9A58-B78D09F48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D43279-9BD0-1A4D-5176-F4AAB3BC1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07"/>
            <a:ext cx="3220219" cy="3123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6B86DC-259A-42FB-952D-DF61A80D8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219" y="3220278"/>
            <a:ext cx="2455024" cy="2247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D8C2F9-E22F-AF5D-CD45-3BD1FF7E9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2370" y="137822"/>
            <a:ext cx="2777284" cy="30415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F416A3-A876-25D9-D951-7A61E5312C3F}"/>
              </a:ext>
            </a:extLst>
          </p:cNvPr>
          <p:cNvSpPr txBox="1"/>
          <p:nvPr/>
        </p:nvSpPr>
        <p:spPr>
          <a:xfrm>
            <a:off x="8544914" y="3220278"/>
            <a:ext cx="34247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Features: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Curved backrest shell in fiberglass with chrome finish.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Upholstered metallic vinyl seat with geometric stitching.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LED strip under armrests for accent lighting.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circular base resembling a levitating platform.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Application: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Living room corner, creative lounge, or studio space.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scaled for ergonomic comfort and balanced visual proportion (approx. 900mm height, 750mm width, 850mm depth).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EB96F7-B4F8-1BFF-D773-07A9354D6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438" y="137821"/>
            <a:ext cx="2777284" cy="30211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90FD41-B1C5-92FF-14B1-CD0F7062C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289853"/>
            <a:ext cx="3220219" cy="18964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E89B75-0324-D05D-9BC3-24263D58E9D1}"/>
              </a:ext>
            </a:extLst>
          </p:cNvPr>
          <p:cNvSpPr txBox="1"/>
          <p:nvPr/>
        </p:nvSpPr>
        <p:spPr>
          <a:xfrm>
            <a:off x="3220219" y="5844209"/>
            <a:ext cx="46217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Mohit Bhanot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3CF00BE-E625-7B71-0BB3-EB7E2498C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596269"/>
              </p:ext>
            </p:extLst>
          </p:nvPr>
        </p:nvGraphicFramePr>
        <p:xfrm>
          <a:off x="3220219" y="158210"/>
          <a:ext cx="3220218" cy="30211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0109">
                  <a:extLst>
                    <a:ext uri="{9D8B030D-6E8A-4147-A177-3AD203B41FA5}">
                      <a16:colId xmlns:a16="http://schemas.microsoft.com/office/drawing/2014/main" val="2559117395"/>
                    </a:ext>
                  </a:extLst>
                </a:gridCol>
                <a:gridCol w="1610109">
                  <a:extLst>
                    <a:ext uri="{9D8B030D-6E8A-4147-A177-3AD203B41FA5}">
                      <a16:colId xmlns:a16="http://schemas.microsoft.com/office/drawing/2014/main" val="455496307"/>
                    </a:ext>
                  </a:extLst>
                </a:gridCol>
              </a:tblGrid>
              <a:tr h="21105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19361551"/>
                  </a:ext>
                </a:extLst>
              </a:tr>
              <a:tr h="8663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Context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Emerged during post-war optimism and the Space Race. Reflected fascination with science and technology.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5707767"/>
                  </a:ext>
                </a:extLst>
              </a:tr>
              <a:tr h="6479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Philosophy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“The future as imagined in the past” — blending mid-century aesthetics with sci-fi inspiration.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45416383"/>
                  </a:ext>
                </a:extLst>
              </a:tr>
              <a:tr h="6479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Elements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Curved lines, bold geometry, chrome and metallic finishes, neon lighting, atomic motifs.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7744336"/>
                  </a:ext>
                </a:extLst>
              </a:tr>
              <a:tr h="6479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Influences</a:t>
                      </a:r>
                      <a:endParaRPr lang="en-US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Space exploration, mid-century modern design, industrial technology, 1960s sci-fi films.</a:t>
                      </a:r>
                      <a:endParaRPr lang="en-US" sz="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6003462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A6E4990E-3E64-AB0D-72F4-B4D3D7B49A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1062" y="3299791"/>
            <a:ext cx="2455024" cy="24238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19C43C-16C6-187E-B232-AE7982C13E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021" y="5172703"/>
            <a:ext cx="3118511" cy="159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71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723</TotalTime>
  <Words>153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2412606</dc:creator>
  <cp:lastModifiedBy>2412606</cp:lastModifiedBy>
  <cp:revision>3</cp:revision>
  <cp:lastPrinted>2025-11-24T19:18:14Z</cp:lastPrinted>
  <dcterms:created xsi:type="dcterms:W3CDTF">2025-11-24T19:16:00Z</dcterms:created>
  <dcterms:modified xsi:type="dcterms:W3CDTF">2025-11-25T07:19:24Z</dcterms:modified>
</cp:coreProperties>
</file>