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6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3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7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3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1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9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7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9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2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916A3-AE89-4718-A06D-F27CF6D4E35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F687B-00E7-4310-A362-11DDE04B1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1A4616-6A29-9735-3293-8AF5DBD009DE}"/>
              </a:ext>
            </a:extLst>
          </p:cNvPr>
          <p:cNvSpPr txBox="1"/>
          <p:nvPr/>
        </p:nvSpPr>
        <p:spPr>
          <a:xfrm>
            <a:off x="0" y="99391"/>
            <a:ext cx="1210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102D2-6AF6-1B2C-2AD0-17DE5AD95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" y="205409"/>
            <a:ext cx="3974465" cy="1919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FB7D22-5DEC-B664-C396-AEA85D907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626" y="99391"/>
            <a:ext cx="4730490" cy="2856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2037C5-8B60-ACF9-D61A-67E4F7C27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523" y="2780669"/>
            <a:ext cx="1792407" cy="32325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1FE108-34DD-FC47-2A4C-B9EA9DCE6BF3}"/>
              </a:ext>
            </a:extLst>
          </p:cNvPr>
          <p:cNvSpPr txBox="1"/>
          <p:nvPr/>
        </p:nvSpPr>
        <p:spPr>
          <a:xfrm>
            <a:off x="8737972" y="3253409"/>
            <a:ext cx="33197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– Retro Futurism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Blends nostalgia + optimistic visions of the future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Influences: Space Age, Atomic Age, Mid-century modern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traits: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Metallic finishes (chrome, brushed steel)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Streamlined, aerodynamic curves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 geometric symmetry (orbits, ellipses)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High-gloss surfaces + glowing accents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168CC-17A2-5B7F-5C3A-39B47B665A96}"/>
              </a:ext>
            </a:extLst>
          </p:cNvPr>
          <p:cNvSpPr txBox="1"/>
          <p:nvPr/>
        </p:nvSpPr>
        <p:spPr>
          <a:xfrm>
            <a:off x="4377960" y="417443"/>
            <a:ext cx="27559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Brief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Orbitron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2095 celebrates retro futurism by combining classic space-age curves with modern minimal transparency. </a:t>
            </a:r>
          </a:p>
          <a:p>
            <a:pPr lvl="0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floating glass surface mirrors the visual language of orbital structures, while the chrome base reflects 1950s optimism for the future. </a:t>
            </a:r>
          </a:p>
          <a:p>
            <a:pPr lvl="0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lighting reinforces the illusion of weightlessness and technological advancement.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6CC9B-8505-0026-612D-82780A20DE0D}"/>
              </a:ext>
            </a:extLst>
          </p:cNvPr>
          <p:cNvSpPr txBox="1"/>
          <p:nvPr/>
        </p:nvSpPr>
        <p:spPr>
          <a:xfrm>
            <a:off x="4989443" y="6013174"/>
            <a:ext cx="3748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dirty="0"/>
              <a:t>Mantaj </a:t>
            </a:r>
            <a:r>
              <a:rPr lang="en-US" dirty="0" err="1"/>
              <a:t>singh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D804F1-1F84-3FD3-22BF-19C39E155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31947"/>
            <a:ext cx="2555172" cy="29053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E39BA7-90DA-9694-DF1A-DA00EA034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" y="4113127"/>
            <a:ext cx="3974465" cy="26114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5ED28D-1EA1-34D4-D30F-869DE2AB0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01" y="2159268"/>
            <a:ext cx="3974465" cy="191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6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719</TotalTime>
  <Words>112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2412606</dc:creator>
  <cp:lastModifiedBy>2412606</cp:lastModifiedBy>
  <cp:revision>6</cp:revision>
  <cp:lastPrinted>2025-11-24T18:56:24Z</cp:lastPrinted>
  <dcterms:created xsi:type="dcterms:W3CDTF">2025-11-24T18:52:27Z</dcterms:created>
  <dcterms:modified xsi:type="dcterms:W3CDTF">2025-11-25T06:51:40Z</dcterms:modified>
</cp:coreProperties>
</file>